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/>
        </p:nvSpPr>
        <p:spPr>
          <a:xfrm>
            <a:off x="4279900" y="10156825"/>
            <a:ext cx="32766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6" name="Google Shape;86;p8:notes"/>
          <p:cNvSpPr txBox="1"/>
          <p:nvPr/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720725" y="4679950"/>
            <a:ext cx="6116637" cy="503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 txBox="1">
            <a:spLocks noGrp="1"/>
          </p:cNvSpPr>
          <p:nvPr>
            <p:ph type="dt" idx="10"/>
          </p:nvPr>
        </p:nvSpPr>
        <p:spPr>
          <a:xfrm>
            <a:off x="1098240" y="6459078"/>
            <a:ext cx="2471039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8"/>
          <p:cNvSpPr txBox="1">
            <a:spLocks noGrp="1"/>
          </p:cNvSpPr>
          <p:nvPr>
            <p:ph type="ftr" idx="11"/>
          </p:nvPr>
        </p:nvSpPr>
        <p:spPr>
          <a:xfrm>
            <a:off x="3686400" y="6459078"/>
            <a:ext cx="482304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8"/>
          <p:cNvSpPr txBox="1">
            <a:spLocks noGrp="1"/>
          </p:cNvSpPr>
          <p:nvPr>
            <p:ph type="sldNum" idx="12"/>
          </p:nvPr>
        </p:nvSpPr>
        <p:spPr>
          <a:xfrm>
            <a:off x="9899520" y="6459078"/>
            <a:ext cx="131328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/>
          <p:nvPr/>
        </p:nvSpPr>
        <p:spPr>
          <a:xfrm>
            <a:off x="3840" y="6401472"/>
            <a:ext cx="12188160" cy="45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82925" tIns="41450" rIns="82925" bIns="4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7"/>
          <p:cNvSpPr/>
          <p:nvPr/>
        </p:nvSpPr>
        <p:spPr>
          <a:xfrm>
            <a:off x="0" y="6333786"/>
            <a:ext cx="12188160" cy="64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82925" tIns="41450" rIns="82925" bIns="4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7"/>
          <p:cNvSpPr txBox="1">
            <a:spLocks noGrp="1"/>
          </p:cNvSpPr>
          <p:nvPr>
            <p:ph type="title"/>
          </p:nvPr>
        </p:nvSpPr>
        <p:spPr>
          <a:xfrm>
            <a:off x="1096320" y="286590"/>
            <a:ext cx="10058879" cy="1450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7"/>
          <p:cNvSpPr txBox="1">
            <a:spLocks noGrp="1"/>
          </p:cNvSpPr>
          <p:nvPr>
            <p:ph type="body" idx="1"/>
          </p:nvPr>
        </p:nvSpPr>
        <p:spPr>
          <a:xfrm>
            <a:off x="1096320" y="1846274"/>
            <a:ext cx="10058879" cy="402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325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 "/>
              <a:defRPr sz="22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◦"/>
              <a:defRPr sz="19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6580" algn="l" rtl="0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6580" algn="l" rtl="0">
              <a:lnSpc>
                <a:spcPct val="90000"/>
              </a:lnSpc>
              <a:spcBef>
                <a:spcPts val="441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6580" algn="l" rtl="0">
              <a:lnSpc>
                <a:spcPct val="90000"/>
              </a:lnSpc>
              <a:spcBef>
                <a:spcPts val="441"/>
              </a:spcBef>
              <a:spcAft>
                <a:spcPts val="0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6580" algn="l" rtl="0">
              <a:lnSpc>
                <a:spcPct val="90000"/>
              </a:lnSpc>
              <a:spcBef>
                <a:spcPts val="441"/>
              </a:spcBef>
              <a:spcAft>
                <a:spcPts val="441"/>
              </a:spcAft>
              <a:buClr>
                <a:schemeClr val="accent1"/>
              </a:buClr>
              <a:buSzPts val="1543"/>
              <a:buFont typeface="Calibri"/>
              <a:buChar char="◦"/>
              <a:defRPr sz="1543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7"/>
          <p:cNvSpPr txBox="1">
            <a:spLocks noGrp="1"/>
          </p:cNvSpPr>
          <p:nvPr>
            <p:ph type="dt" idx="10"/>
          </p:nvPr>
        </p:nvSpPr>
        <p:spPr>
          <a:xfrm>
            <a:off x="1098240" y="6459078"/>
            <a:ext cx="2471039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ftr" idx="11"/>
          </p:nvPr>
        </p:nvSpPr>
        <p:spPr>
          <a:xfrm>
            <a:off x="3686400" y="6459078"/>
            <a:ext cx="482304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sldNum" idx="12"/>
          </p:nvPr>
        </p:nvSpPr>
        <p:spPr>
          <a:xfrm>
            <a:off x="9899520" y="6459078"/>
            <a:ext cx="1313280" cy="36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 sz="997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2000394" y="1914525"/>
            <a:ext cx="8191212" cy="410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85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MINI PROJECT </a:t>
            </a:r>
            <a:r>
              <a:rPr lang="en-IN" sz="4000" b="1" dirty="0">
                <a:solidFill>
                  <a:srgbClr val="C00000"/>
                </a:solidFill>
              </a:rPr>
              <a:t>1</a:t>
            </a:r>
            <a:r>
              <a:rPr lang="en-IN" sz="4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-B 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3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(Topic selection)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A.Y-2025-2026</a:t>
            </a:r>
            <a:endParaRPr sz="105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3" b="1" dirty="0">
                <a:solidFill>
                  <a:srgbClr val="002060"/>
                </a:solidFill>
              </a:rPr>
              <a:t>Name of the students</a:t>
            </a:r>
            <a:endParaRPr sz="2903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Computer Science and Engineering </a:t>
            </a:r>
            <a:endParaRPr dirty="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 Data Science )</a:t>
            </a:r>
            <a:endParaRPr sz="24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650" y="494218"/>
            <a:ext cx="6943725" cy="142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8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 1</a:t>
            </a:r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Title &amp; Brief Idea of the Project in 3-4 lines of Topic 1 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9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1</a:t>
            </a:r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of Objectives &amp; Features of Topic 1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1</a:t>
            </a:r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down the details of database which you are using for Topic 1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 2</a:t>
            </a:r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>
                <a:solidFill>
                  <a:schemeClr val="dk1"/>
                </a:solidFill>
              </a:rPr>
              <a:t>Title &amp; Brief Idea of the Project in 3-4 lines of Topic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2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2</a:t>
            </a:r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of Objective &amp; Features of Topic 2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3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 dirty="0">
                <a:solidFill>
                  <a:srgbClr val="C00000"/>
                </a:solidFill>
              </a:rPr>
              <a:t>TOPIC 2</a:t>
            </a:r>
            <a:endParaRPr dirty="0"/>
          </a:p>
        </p:txBody>
      </p:sp>
      <p:sp>
        <p:nvSpPr>
          <p:cNvPr id="126" name="Google Shape;126;p43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down the details of database which you are using for Topic 2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 3</a:t>
            </a:r>
            <a:endParaRPr/>
          </a:p>
        </p:txBody>
      </p:sp>
      <p:sp>
        <p:nvSpPr>
          <p:cNvPr id="132" name="Google Shape;132;p44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>
                <a:solidFill>
                  <a:schemeClr val="dk1"/>
                </a:solidFill>
              </a:rPr>
              <a:t>Title &amp; Brief Idea of the Project in 3-4 lines of Topic 3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5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3</a:t>
            </a:r>
            <a:endParaRPr/>
          </a:p>
        </p:txBody>
      </p:sp>
      <p:sp>
        <p:nvSpPr>
          <p:cNvPr id="138" name="Google Shape;138;p45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of Objectives &amp; Features of Topic 3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6"/>
          <p:cNvSpPr txBox="1">
            <a:spLocks noGrp="1"/>
          </p:cNvSpPr>
          <p:nvPr>
            <p:ph type="title"/>
          </p:nvPr>
        </p:nvSpPr>
        <p:spPr>
          <a:xfrm>
            <a:off x="838200" y="176214"/>
            <a:ext cx="10515600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51515"/>
              <a:buNone/>
            </a:pPr>
            <a:r>
              <a:rPr lang="en-IN" sz="4400" b="1">
                <a:solidFill>
                  <a:srgbClr val="C00000"/>
                </a:solidFill>
              </a:rPr>
              <a:t>TOPIC 3</a:t>
            </a:r>
            <a:endParaRPr/>
          </a:p>
        </p:txBody>
      </p:sp>
      <p:sp>
        <p:nvSpPr>
          <p:cNvPr id="144" name="Google Shape;144;p46"/>
          <p:cNvSpPr txBox="1">
            <a:spLocks noGrp="1"/>
          </p:cNvSpPr>
          <p:nvPr>
            <p:ph type="body" idx="1"/>
          </p:nvPr>
        </p:nvSpPr>
        <p:spPr>
          <a:xfrm>
            <a:off x="612775" y="1276350"/>
            <a:ext cx="10515600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b="1" dirty="0">
                <a:solidFill>
                  <a:schemeClr val="dk1"/>
                </a:solidFill>
              </a:rPr>
              <a:t>List down the details of database which you are using for Topic 3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34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800"/>
              <a:buFont typeface="Calibri"/>
              <a:buNone/>
            </a:pPr>
            <a:r>
              <a:rPr lang="en-IN" sz="8800" b="1">
                <a:solidFill>
                  <a:srgbClr val="C00000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